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te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283564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4114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</a:defRPr>
            </a:pPr>
            <a:r>
              <a:t>République Tunisienne — Ministère de l'Enseignement Supérieur</a:t>
            </a:r>
            <a:br/>
            <a:r>
              <a:t>et de la Recherche Scientifique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END-OF-YEAR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E50A1"/>
                </a:solidFill>
              </a:defRPr>
            </a:pPr>
            <a:r>
              <a:t>OSINT INTELLIGENCE PLATFORM</a:t>
            </a:r>
            <a:br/>
            <a:r>
              <a:t>FOR LEAKED DATA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</a:defRPr>
            </a:pPr>
            <a:r>
              <a:t>LeakLens — Cybersecurity · iTeam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t>Prepared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Motez Machghoul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55555"/>
                </a:solidFill>
              </a:defRPr>
            </a:pPr>
            <a:r>
              <a:t>Supervised by: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166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1A2E"/>
                </a:solidFill>
              </a:defRPr>
            </a:pPr>
            <a:r>
              <a:t>Mr. Raihane Modhaffer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9601200" cy="50292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53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Academic Year: 2025 –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1440" y="5303520"/>
            <a:ext cx="320040" cy="1554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41480" y="5577840"/>
            <a:ext cx="32004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Presentation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594360" cy="59436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0992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18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47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Why breach data matters in cybersecurity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594360" cy="59436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95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249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The exposure gap defenders 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54680"/>
            <a:ext cx="594360" cy="59436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72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02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LeakLens — our OSINT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594360" cy="59436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4164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50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System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793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Architecture, search flow, security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09160"/>
            <a:ext cx="594360" cy="59436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1888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727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56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UI, Docker deployment, live demos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486400"/>
            <a:ext cx="594360" cy="59436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59612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504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Results &amp;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833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What we achieved — Q&amp;A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LeakLens — End-of-Year Project Defense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Open-Source Intelligence (OSINT) for breach exposure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Every day, billions of credentials leak onto forums, stealer logs, and combolists.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Attackers use this data for credential stuffing, account takeover, and phishing.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Defenders need the same visibility — to find exposure before attackers exploit it.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LeakLens was built to give authorized analysts a secure way to search breach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01 —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The defender's blind spot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Breach data stays online long after an incident is announced.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Reused passwords turn one small leak into access to email, cloud, and VPN accounts.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Commercial OSINT tools are expensive, closed, or limited to breach names only.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Students and small security teams lack an affordable, transparent research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02 —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Proposed Solution — LeakLens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An OSINT breach-search platform built for cybersecurity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Search 7 types: email, username, IP, password, name, hash, domain.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Return real breach records with severity scoring and enrichment context.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Protect access: invite-only signup, JWT auth, RBAC, rate limiting.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Deploy transparently: Next.js on Vercel + FastAPI on Docker VPS.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03 — 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Who Uses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Role-based access control (RBAC)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cas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417320"/>
            <a:ext cx="96012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</a:defRPr>
            </a:pPr>
            <a:r>
              <a:t>Guest registers with invite code · Analyst searches · Admin manages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04 — System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Global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Split deployment — frontend on Vercel, backend on VPS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-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417320"/>
            <a:ext cx="96012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</a:defRPr>
            </a:pPr>
            <a:r>
              <a:t>Browser → Next.js → Nginx Proxy Manager → Docker (FastAPI + PostgreSQL) → Snusbase &amp; enrichment APIs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04 — System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Search Engine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From user input to breach results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arch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417320"/>
            <a:ext cx="96012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</a:defRPr>
            </a:pPr>
            <a:r>
              <a:t>POST /api/v1/search → validate → Search Engine → Snusbase + API Services → PostgreSQL audit →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04 — System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Security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Defense-in-depth for a sensitive OSINT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JWT access (15 min) + refresh tokens · bcrypt password hashing.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Roles: admin, analyst, viewer — search restricted to analyst/admin.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Rate limits on auth and search · account lockout after failed logins.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Security headers: CSP, HSTS, CORS · no local storage of raw credentials.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04 —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Dark-themed UI for security analysts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nding-g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577840" cy="3840480"/>
          </a:xfrm>
          <a:prstGeom prst="rect">
            <a:avLst/>
          </a:prstGeom>
        </p:spPr>
      </p:pic>
      <p:pic>
        <p:nvPicPr>
          <p:cNvPr id="7" name="Picture 6" descr="home-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57784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</a:defRPr>
            </a:pPr>
            <a:r>
              <a:t>Public landing page and authenticated search workspace with 7 search 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05 —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Docker Deployment on VPS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Containerized backend — Alpine, non-root, health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cker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577840" cy="3840480"/>
          </a:xfrm>
          <a:prstGeom prst="rect">
            <a:avLst/>
          </a:prstGeom>
        </p:spPr>
      </p:pic>
      <p:pic>
        <p:nvPicPr>
          <p:cNvPr id="7" name="Picture 6" descr="docker-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57784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</a:defRPr>
            </a:pPr>
            <a:r>
              <a:t>docker compose up -d --build · backend + PostgreSQL containers healthy on port 8500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05 —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Demo — Password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Live query on production — leakslens.vercel.app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Query: qwerty@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Type: Password search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Result: 748 leaked records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Exposure: emails, usernames, plaintext passwords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Severity: mostly CRITICAL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Insight: weak passwords spread across many breaches</a:t>
            </a:r>
          </a:p>
        </p:txBody>
      </p:sp>
      <p:pic>
        <p:nvPicPr>
          <p:cNvPr id="7" name="Picture 6" descr="password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17320"/>
            <a:ext cx="59436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06 — Live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Demo — Domain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Live query on production — leakslens.vercel.app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Query: itbs.tn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Type: Domain search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Result: 16 breached student records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Context: institutional email exposure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Enrichment: subdomains + WHOIS data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Use case: campus security &amp; incident response</a:t>
            </a:r>
          </a:p>
        </p:txBody>
      </p:sp>
      <p:pic>
        <p:nvPicPr>
          <p:cNvPr id="7" name="Picture 6" descr="domain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17320"/>
            <a:ext cx="59436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06 — Live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Demo — Name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Live query on production — leakslens.vercel.app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Query: personal full name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Type: Name search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Result: matching leak records found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Exposure: linked email + plaintext password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Use case: individual exposure check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Anyone can verify if their identity appears in leaks</a:t>
            </a:r>
          </a:p>
        </p:txBody>
      </p:sp>
      <p:pic>
        <p:nvPicPr>
          <p:cNvPr id="7" name="Picture 6" descr="name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17320"/>
            <a:ext cx="59436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06 — Live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E50A1"/>
                </a:solidFill>
              </a:defRPr>
            </a:pPr>
            <a:r>
              <a:t>What We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From problem to production-ready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7432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Built a full-stack OSINT platform deployed at leakslens.vercel.app.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Integrated Snusbase + enrichment APIs with concurrent search engine.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Implemented JWT, RBAC, invite gate, and Docker-hardened backend.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Validated with real queries: 748 password hits, 16 domain records, personal name exposure.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07 —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LeakLens PFA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5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leakslens.vercel.app  ·  Motez Machghoul  ·  iTeam University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